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6A2CF-BAFA-FBB6-307E-8A9C2AE24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FBF675-6BBD-BADA-61AA-5E1F06603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90458-68DB-DDCC-2F3F-473C508F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03F84B-902F-86EE-8400-62FD906A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B80A5E-F55E-F104-0415-3F9EA71A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99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9897-F30D-71B7-5233-649039109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9E4C76-8C89-28AF-24EF-65DBB3546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CD8067-39D1-4C77-F390-4DFD7F84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6D1D69-F034-EC38-2FDC-3DCAA3B1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FAAC75-01A7-53FE-CC25-C003272B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91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D0C794-F302-2A1F-1C90-34092598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3D98D1-8ED6-3816-77D7-00BF583A2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4141E0-4FFC-6300-049F-47ED6D212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1873F4-9DEC-C602-8820-09775F96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2E80B6-B50F-57BA-92DA-36ED9D47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64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185A2-B87A-21F0-A601-1AF2470C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D51F95-C5DA-1305-C5C4-476F39FA9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7AB0F3-2A58-0000-F805-F4FCF0851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E57B22-A859-8592-6920-12F225AC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ECE659-4256-A351-19A1-205C05EE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AC5FCA-6163-2FD1-563B-0CBBCB90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0262B-249E-6EF8-BA37-EBCAFA9E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E71E69-0423-46DE-C028-236508053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D55A80-00BF-BB2C-557F-6A248313F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784B622-DACD-3B63-81FA-B7743483A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E9611A-4408-DB20-A8FD-E1F2B1D29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6ABBD5E-F236-335A-70DD-7D24E60A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1BDC2BB-3984-CE65-B780-EA66E9A9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6EEDAC6-8814-5591-CF80-E4514B0F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48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8B50B-BDA7-2F8D-DAA6-A9584735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EF5870-E708-F963-8E40-B8D5977E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16FEFB-F2A3-F9CB-24EE-1EC939BB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03BF27-44C0-9AEE-CF4F-FED36F95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6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222A82A-6489-F44E-D092-2215604E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FC6018-E8BB-6BA3-D51C-6C9FC143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DB5915-ADD1-4B1F-B79F-2C438442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03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D895D-B8C0-2375-491E-68AAA28E6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2DC723-755C-0687-83B1-9FC1836D3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406337-27D7-9E5C-CBC5-32F43E9E5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435AA4-B9DF-E09A-50D8-7F29EB52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2621A3-3938-68BA-267C-2EEE2FBE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FA61AE-0563-B11D-79AE-9ED619FC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6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5A31A-B29A-66E8-F432-575556F2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EC7473-9EB2-C361-265A-BB67CB846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D29B24-761A-72FC-8B2F-CC6F1CB3C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49DA2A-DA9D-1E96-3454-F357E2C3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4F7356-9AD9-D36E-6EA1-D5BC2FC39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1900FF-F12A-8851-0D0C-FB8885A2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79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83FCB8-B669-0F44-B512-7C4679CB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8E0517-8D95-BA9D-37C4-B13C814BA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0F35BA-6C62-AFF6-82CD-3CE38538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426A80-AEB7-F272-4867-D9F78CD7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AC1E29-2F37-7272-39E3-E861C793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554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FB6E2B8-7628-9AA1-4190-0461EA8C1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435C89-52A2-6FA4-6EF2-10269D50D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ED017F-10EE-AD1E-881E-1AF54610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8C654A-8A8F-5548-E741-EDDA9EE0D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022EDD-99E5-E093-4155-9DDEFBA4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23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22FEBA7-8298-0F3D-8384-DA78CD83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4F7E8E-4794-24A1-A1AD-E41C553B3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0FD1EF-31DE-E3C0-B5BF-5F2212CA0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5BE62-1702-48F0-A66A-4B20A40A36C9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1568E8-B90A-71EF-BC1D-22CD23153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B5D332-C134-A038-E116-799599ED1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51AC5-7532-4B6A-BA14-DC258FAC8D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04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0ED33A0-2D82-EFDC-4E31-E8AD775B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9" y="0"/>
            <a:ext cx="12057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33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A40C343-F02C-14D2-7D82-D73CF199C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0" y="0"/>
            <a:ext cx="12031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6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D9E7756-0C4B-2ACA-1C6D-6AD7D101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98" y="0"/>
            <a:ext cx="11917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0B79AFA-1387-7535-2EE1-C63587533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6" y="0"/>
            <a:ext cx="12037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7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5EBFBE8-6BD3-5474-B4D2-6A6900101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5" y="0"/>
            <a:ext cx="12059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2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5828A54-E5EA-94F8-DA86-D4D3DFCB6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1" y="0"/>
            <a:ext cx="11964838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A77092F-AA67-DE52-96F1-C431E771E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40" y="0"/>
            <a:ext cx="11458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117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Bouhired--Bellicaud</dc:creator>
  <cp:lastModifiedBy>Sofia Bouhired--Bellicaud</cp:lastModifiedBy>
  <cp:revision>1</cp:revision>
  <dcterms:created xsi:type="dcterms:W3CDTF">2026-06-09T07:55:14Z</dcterms:created>
  <dcterms:modified xsi:type="dcterms:W3CDTF">2026-06-09T15:27:51Z</dcterms:modified>
</cp:coreProperties>
</file>